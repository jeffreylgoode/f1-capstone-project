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DD47A0-3FFF-D94C-B046-7DDD66BBD965}" type="doc">
      <dgm:prSet loTypeId="urn:microsoft.com/office/officeart/2005/8/layout/hierarchy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2ACC71-B96C-3847-882F-2EDABDEDB80B}">
      <dgm:prSet phldrT="[Text]"/>
      <dgm:spPr/>
      <dgm:t>
        <a:bodyPr/>
        <a:lstStyle/>
        <a:p>
          <a:r>
            <a:rPr lang="en-US" dirty="0"/>
            <a:t>Strategy Optimizer Engine</a:t>
          </a:r>
        </a:p>
      </dgm:t>
    </dgm:pt>
    <dgm:pt modelId="{A9EE2559-4B64-5641-8E13-2819B46D66B7}" type="parTrans" cxnId="{CB6D9B40-3B37-B74E-B733-F5D76BB2CB1F}">
      <dgm:prSet/>
      <dgm:spPr/>
      <dgm:t>
        <a:bodyPr/>
        <a:lstStyle/>
        <a:p>
          <a:endParaRPr lang="en-US"/>
        </a:p>
      </dgm:t>
    </dgm:pt>
    <dgm:pt modelId="{86182D54-7896-124A-871A-C309B8A42354}" type="sibTrans" cxnId="{CB6D9B40-3B37-B74E-B733-F5D76BB2CB1F}">
      <dgm:prSet/>
      <dgm:spPr/>
      <dgm:t>
        <a:bodyPr/>
        <a:lstStyle/>
        <a:p>
          <a:endParaRPr lang="en-US"/>
        </a:p>
      </dgm:t>
    </dgm:pt>
    <dgm:pt modelId="{939D84B1-D90C-3B41-AB12-DF46C8265B4A}">
      <dgm:prSet phldrT="[Text]"/>
      <dgm:spPr/>
      <dgm:t>
        <a:bodyPr/>
        <a:lstStyle/>
        <a:p>
          <a:r>
            <a:rPr lang="en-US" dirty="0"/>
            <a:t>Race Simulator</a:t>
          </a:r>
        </a:p>
      </dgm:t>
    </dgm:pt>
    <dgm:pt modelId="{0A3784EB-0618-AB43-8257-DB3274F92D90}" type="parTrans" cxnId="{01F16D9C-29C9-A441-813F-50AEB3BFA1F5}">
      <dgm:prSet/>
      <dgm:spPr/>
      <dgm:t>
        <a:bodyPr/>
        <a:lstStyle/>
        <a:p>
          <a:endParaRPr lang="en-US"/>
        </a:p>
      </dgm:t>
    </dgm:pt>
    <dgm:pt modelId="{C478718C-6B9B-074D-ABB4-81F53A3A01D7}" type="sibTrans" cxnId="{01F16D9C-29C9-A441-813F-50AEB3BFA1F5}">
      <dgm:prSet/>
      <dgm:spPr/>
      <dgm:t>
        <a:bodyPr/>
        <a:lstStyle/>
        <a:p>
          <a:endParaRPr lang="en-US"/>
        </a:p>
      </dgm:t>
    </dgm:pt>
    <dgm:pt modelId="{6AAAF8CC-4EBE-414C-8591-A20531680E60}">
      <dgm:prSet phldrT="[Text]"/>
      <dgm:spPr/>
      <dgm:t>
        <a:bodyPr/>
        <a:lstStyle/>
        <a:p>
          <a:r>
            <a:rPr lang="en-US" dirty="0"/>
            <a:t>Fuel Load Model</a:t>
          </a:r>
        </a:p>
      </dgm:t>
    </dgm:pt>
    <dgm:pt modelId="{6926187A-A23C-B249-9308-758A6E19E291}" type="parTrans" cxnId="{37F9A60B-CBC0-0246-A3F2-1B26C5775143}">
      <dgm:prSet/>
      <dgm:spPr/>
      <dgm:t>
        <a:bodyPr/>
        <a:lstStyle/>
        <a:p>
          <a:endParaRPr lang="en-US"/>
        </a:p>
      </dgm:t>
    </dgm:pt>
    <dgm:pt modelId="{FFCC5FA3-BB8B-4341-8F58-A044E9F58B12}" type="sibTrans" cxnId="{37F9A60B-CBC0-0246-A3F2-1B26C5775143}">
      <dgm:prSet/>
      <dgm:spPr/>
      <dgm:t>
        <a:bodyPr/>
        <a:lstStyle/>
        <a:p>
          <a:endParaRPr lang="en-US"/>
        </a:p>
      </dgm:t>
    </dgm:pt>
    <dgm:pt modelId="{545D8FCB-3E8A-C94D-A589-7113A40670A0}">
      <dgm:prSet phldrT="[Text]"/>
      <dgm:spPr/>
      <dgm:t>
        <a:bodyPr/>
        <a:lstStyle/>
        <a:p>
          <a:r>
            <a:rPr lang="en-US" dirty="0"/>
            <a:t>Tire Degradation Model</a:t>
          </a:r>
        </a:p>
      </dgm:t>
    </dgm:pt>
    <dgm:pt modelId="{EDA1FE1C-54A3-0E41-92E3-1324CBB179AC}" type="parTrans" cxnId="{C5137EDA-203D-B74D-8ACC-3563C21FB035}">
      <dgm:prSet/>
      <dgm:spPr/>
      <dgm:t>
        <a:bodyPr/>
        <a:lstStyle/>
        <a:p>
          <a:endParaRPr lang="en-US"/>
        </a:p>
      </dgm:t>
    </dgm:pt>
    <dgm:pt modelId="{C49257E1-F44D-3B40-ACD2-0107B806472F}" type="sibTrans" cxnId="{C5137EDA-203D-B74D-8ACC-3563C21FB035}">
      <dgm:prSet/>
      <dgm:spPr/>
      <dgm:t>
        <a:bodyPr/>
        <a:lstStyle/>
        <a:p>
          <a:endParaRPr lang="en-US"/>
        </a:p>
      </dgm:t>
    </dgm:pt>
    <dgm:pt modelId="{CBA2608A-EABC-6F46-93A8-0C8F037804CF}" type="pres">
      <dgm:prSet presAssocID="{D4DD47A0-3FFF-D94C-B046-7DDD66BBD96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760E61-BEC5-9E40-8C71-90BBB24A2E94}" type="pres">
      <dgm:prSet presAssocID="{512ACC71-B96C-3847-882F-2EDABDEDB80B}" presName="vertOne" presStyleCnt="0"/>
      <dgm:spPr/>
    </dgm:pt>
    <dgm:pt modelId="{C824E1AE-DC5B-5549-BB29-92EC5E14C61E}" type="pres">
      <dgm:prSet presAssocID="{512ACC71-B96C-3847-882F-2EDABDEDB80B}" presName="txOne" presStyleLbl="node0" presStyleIdx="0" presStyleCnt="1" custLinFactY="-4680" custLinFactNeighborX="-633" custLinFactNeighborY="-100000">
        <dgm:presLayoutVars>
          <dgm:chPref val="3"/>
        </dgm:presLayoutVars>
      </dgm:prSet>
      <dgm:spPr/>
    </dgm:pt>
    <dgm:pt modelId="{254176D5-1D19-9D41-9F44-F103B1CCA702}" type="pres">
      <dgm:prSet presAssocID="{512ACC71-B96C-3847-882F-2EDABDEDB80B}" presName="parTransOne" presStyleCnt="0"/>
      <dgm:spPr/>
    </dgm:pt>
    <dgm:pt modelId="{C8DE9899-0273-4648-9BB2-E51855A142DA}" type="pres">
      <dgm:prSet presAssocID="{512ACC71-B96C-3847-882F-2EDABDEDB80B}" presName="horzOne" presStyleCnt="0"/>
      <dgm:spPr/>
    </dgm:pt>
    <dgm:pt modelId="{02713F9F-0883-CD40-9446-0F8B68D5ECF2}" type="pres">
      <dgm:prSet presAssocID="{939D84B1-D90C-3B41-AB12-DF46C8265B4A}" presName="vertTwo" presStyleCnt="0"/>
      <dgm:spPr/>
    </dgm:pt>
    <dgm:pt modelId="{786423C2-055E-4E48-8FE5-BF79FCF2DE67}" type="pres">
      <dgm:prSet presAssocID="{939D84B1-D90C-3B41-AB12-DF46C8265B4A}" presName="txTwo" presStyleLbl="node2" presStyleIdx="0" presStyleCnt="1">
        <dgm:presLayoutVars>
          <dgm:chPref val="3"/>
        </dgm:presLayoutVars>
      </dgm:prSet>
      <dgm:spPr/>
    </dgm:pt>
    <dgm:pt modelId="{B860FDB0-1A4A-E344-8645-7D6EA958D151}" type="pres">
      <dgm:prSet presAssocID="{939D84B1-D90C-3B41-AB12-DF46C8265B4A}" presName="parTransTwo" presStyleCnt="0"/>
      <dgm:spPr/>
    </dgm:pt>
    <dgm:pt modelId="{BF92BAB5-3C14-6049-A1DC-7BFEE7D8A9C4}" type="pres">
      <dgm:prSet presAssocID="{939D84B1-D90C-3B41-AB12-DF46C8265B4A}" presName="horzTwo" presStyleCnt="0"/>
      <dgm:spPr/>
    </dgm:pt>
    <dgm:pt modelId="{D652236F-A52A-0F43-878F-D3C12F40F6A2}" type="pres">
      <dgm:prSet presAssocID="{6AAAF8CC-4EBE-414C-8591-A20531680E60}" presName="vertThree" presStyleCnt="0"/>
      <dgm:spPr/>
    </dgm:pt>
    <dgm:pt modelId="{4C141730-D923-3141-A045-F2CF02C5C4B3}" type="pres">
      <dgm:prSet presAssocID="{6AAAF8CC-4EBE-414C-8591-A20531680E60}" presName="txThree" presStyleLbl="node3" presStyleIdx="0" presStyleCnt="2">
        <dgm:presLayoutVars>
          <dgm:chPref val="3"/>
        </dgm:presLayoutVars>
      </dgm:prSet>
      <dgm:spPr/>
    </dgm:pt>
    <dgm:pt modelId="{E3DE2D41-6293-2E40-A041-594738C4A6B3}" type="pres">
      <dgm:prSet presAssocID="{6AAAF8CC-4EBE-414C-8591-A20531680E60}" presName="horzThree" presStyleCnt="0"/>
      <dgm:spPr/>
    </dgm:pt>
    <dgm:pt modelId="{A3D39A9B-D982-2B4D-B869-5461D6AA21D8}" type="pres">
      <dgm:prSet presAssocID="{FFCC5FA3-BB8B-4341-8F58-A044E9F58B12}" presName="sibSpaceThree" presStyleCnt="0"/>
      <dgm:spPr/>
    </dgm:pt>
    <dgm:pt modelId="{8934E995-365A-1240-B6E8-295B1B0443E5}" type="pres">
      <dgm:prSet presAssocID="{545D8FCB-3E8A-C94D-A589-7113A40670A0}" presName="vertThree" presStyleCnt="0"/>
      <dgm:spPr/>
    </dgm:pt>
    <dgm:pt modelId="{07095E3F-B83E-6247-A484-461F7CEA5313}" type="pres">
      <dgm:prSet presAssocID="{545D8FCB-3E8A-C94D-A589-7113A40670A0}" presName="txThree" presStyleLbl="node3" presStyleIdx="1" presStyleCnt="2">
        <dgm:presLayoutVars>
          <dgm:chPref val="3"/>
        </dgm:presLayoutVars>
      </dgm:prSet>
      <dgm:spPr/>
    </dgm:pt>
    <dgm:pt modelId="{30B96E4A-6021-0245-B124-7DBFAECD71C6}" type="pres">
      <dgm:prSet presAssocID="{545D8FCB-3E8A-C94D-A589-7113A40670A0}" presName="horzThree" presStyleCnt="0"/>
      <dgm:spPr/>
    </dgm:pt>
  </dgm:ptLst>
  <dgm:cxnLst>
    <dgm:cxn modelId="{37F9A60B-CBC0-0246-A3F2-1B26C5775143}" srcId="{939D84B1-D90C-3B41-AB12-DF46C8265B4A}" destId="{6AAAF8CC-4EBE-414C-8591-A20531680E60}" srcOrd="0" destOrd="0" parTransId="{6926187A-A23C-B249-9308-758A6E19E291}" sibTransId="{FFCC5FA3-BB8B-4341-8F58-A044E9F58B12}"/>
    <dgm:cxn modelId="{CB6D9B40-3B37-B74E-B733-F5D76BB2CB1F}" srcId="{D4DD47A0-3FFF-D94C-B046-7DDD66BBD965}" destId="{512ACC71-B96C-3847-882F-2EDABDEDB80B}" srcOrd="0" destOrd="0" parTransId="{A9EE2559-4B64-5641-8E13-2819B46D66B7}" sibTransId="{86182D54-7896-124A-871A-C309B8A42354}"/>
    <dgm:cxn modelId="{2F6F4269-69C7-2C49-8373-60FED987E26E}" type="presOf" srcId="{939D84B1-D90C-3B41-AB12-DF46C8265B4A}" destId="{786423C2-055E-4E48-8FE5-BF79FCF2DE67}" srcOrd="0" destOrd="0" presId="urn:microsoft.com/office/officeart/2005/8/layout/hierarchy4"/>
    <dgm:cxn modelId="{01F16D9C-29C9-A441-813F-50AEB3BFA1F5}" srcId="{512ACC71-B96C-3847-882F-2EDABDEDB80B}" destId="{939D84B1-D90C-3B41-AB12-DF46C8265B4A}" srcOrd="0" destOrd="0" parTransId="{0A3784EB-0618-AB43-8257-DB3274F92D90}" sibTransId="{C478718C-6B9B-074D-ABB4-81F53A3A01D7}"/>
    <dgm:cxn modelId="{C3CF3CA5-98C2-DF4F-917E-FAA3C66D2108}" type="presOf" srcId="{D4DD47A0-3FFF-D94C-B046-7DDD66BBD965}" destId="{CBA2608A-EABC-6F46-93A8-0C8F037804CF}" srcOrd="0" destOrd="0" presId="urn:microsoft.com/office/officeart/2005/8/layout/hierarchy4"/>
    <dgm:cxn modelId="{2DEA22C4-D4CC-5240-A8A5-8AA9F95EDA29}" type="presOf" srcId="{512ACC71-B96C-3847-882F-2EDABDEDB80B}" destId="{C824E1AE-DC5B-5549-BB29-92EC5E14C61E}" srcOrd="0" destOrd="0" presId="urn:microsoft.com/office/officeart/2005/8/layout/hierarchy4"/>
    <dgm:cxn modelId="{6504FCD5-9631-464A-9E34-16C096764120}" type="presOf" srcId="{545D8FCB-3E8A-C94D-A589-7113A40670A0}" destId="{07095E3F-B83E-6247-A484-461F7CEA5313}" srcOrd="0" destOrd="0" presId="urn:microsoft.com/office/officeart/2005/8/layout/hierarchy4"/>
    <dgm:cxn modelId="{C5137EDA-203D-B74D-8ACC-3563C21FB035}" srcId="{939D84B1-D90C-3B41-AB12-DF46C8265B4A}" destId="{545D8FCB-3E8A-C94D-A589-7113A40670A0}" srcOrd="1" destOrd="0" parTransId="{EDA1FE1C-54A3-0E41-92E3-1324CBB179AC}" sibTransId="{C49257E1-F44D-3B40-ACD2-0107B806472F}"/>
    <dgm:cxn modelId="{670E13E9-27FE-AF4C-8D4F-05D826964F58}" type="presOf" srcId="{6AAAF8CC-4EBE-414C-8591-A20531680E60}" destId="{4C141730-D923-3141-A045-F2CF02C5C4B3}" srcOrd="0" destOrd="0" presId="urn:microsoft.com/office/officeart/2005/8/layout/hierarchy4"/>
    <dgm:cxn modelId="{DC79D20F-70AF-2247-8338-4F4A5FB3DD47}" type="presParOf" srcId="{CBA2608A-EABC-6F46-93A8-0C8F037804CF}" destId="{D0760E61-BEC5-9E40-8C71-90BBB24A2E94}" srcOrd="0" destOrd="0" presId="urn:microsoft.com/office/officeart/2005/8/layout/hierarchy4"/>
    <dgm:cxn modelId="{9220D82A-9247-4A43-8F96-42526569EC72}" type="presParOf" srcId="{D0760E61-BEC5-9E40-8C71-90BBB24A2E94}" destId="{C824E1AE-DC5B-5549-BB29-92EC5E14C61E}" srcOrd="0" destOrd="0" presId="urn:microsoft.com/office/officeart/2005/8/layout/hierarchy4"/>
    <dgm:cxn modelId="{55BB3268-03F4-8C4F-BB4A-1EA95F4E5937}" type="presParOf" srcId="{D0760E61-BEC5-9E40-8C71-90BBB24A2E94}" destId="{254176D5-1D19-9D41-9F44-F103B1CCA702}" srcOrd="1" destOrd="0" presId="urn:microsoft.com/office/officeart/2005/8/layout/hierarchy4"/>
    <dgm:cxn modelId="{8241D2F6-C081-0E41-8911-FFC6140FBC38}" type="presParOf" srcId="{D0760E61-BEC5-9E40-8C71-90BBB24A2E94}" destId="{C8DE9899-0273-4648-9BB2-E51855A142DA}" srcOrd="2" destOrd="0" presId="urn:microsoft.com/office/officeart/2005/8/layout/hierarchy4"/>
    <dgm:cxn modelId="{00F759AF-048B-324D-9A21-97BD7D7A467A}" type="presParOf" srcId="{C8DE9899-0273-4648-9BB2-E51855A142DA}" destId="{02713F9F-0883-CD40-9446-0F8B68D5ECF2}" srcOrd="0" destOrd="0" presId="urn:microsoft.com/office/officeart/2005/8/layout/hierarchy4"/>
    <dgm:cxn modelId="{51303731-4AC0-B346-87CB-AA4F8E6BAE4D}" type="presParOf" srcId="{02713F9F-0883-CD40-9446-0F8B68D5ECF2}" destId="{786423C2-055E-4E48-8FE5-BF79FCF2DE67}" srcOrd="0" destOrd="0" presId="urn:microsoft.com/office/officeart/2005/8/layout/hierarchy4"/>
    <dgm:cxn modelId="{4AA34D1F-A579-B84E-A3C4-382C31D81187}" type="presParOf" srcId="{02713F9F-0883-CD40-9446-0F8B68D5ECF2}" destId="{B860FDB0-1A4A-E344-8645-7D6EA958D151}" srcOrd="1" destOrd="0" presId="urn:microsoft.com/office/officeart/2005/8/layout/hierarchy4"/>
    <dgm:cxn modelId="{A033AB87-AC97-D346-B009-0EBCDFF48730}" type="presParOf" srcId="{02713F9F-0883-CD40-9446-0F8B68D5ECF2}" destId="{BF92BAB5-3C14-6049-A1DC-7BFEE7D8A9C4}" srcOrd="2" destOrd="0" presId="urn:microsoft.com/office/officeart/2005/8/layout/hierarchy4"/>
    <dgm:cxn modelId="{79C812AD-5712-0945-8B2F-E41C56896437}" type="presParOf" srcId="{BF92BAB5-3C14-6049-A1DC-7BFEE7D8A9C4}" destId="{D652236F-A52A-0F43-878F-D3C12F40F6A2}" srcOrd="0" destOrd="0" presId="urn:microsoft.com/office/officeart/2005/8/layout/hierarchy4"/>
    <dgm:cxn modelId="{2092C02A-6DFB-DA46-B0F7-4B50CA848D2D}" type="presParOf" srcId="{D652236F-A52A-0F43-878F-D3C12F40F6A2}" destId="{4C141730-D923-3141-A045-F2CF02C5C4B3}" srcOrd="0" destOrd="0" presId="urn:microsoft.com/office/officeart/2005/8/layout/hierarchy4"/>
    <dgm:cxn modelId="{1DD06263-D6AD-004A-811A-10A6A97260A0}" type="presParOf" srcId="{D652236F-A52A-0F43-878F-D3C12F40F6A2}" destId="{E3DE2D41-6293-2E40-A041-594738C4A6B3}" srcOrd="1" destOrd="0" presId="urn:microsoft.com/office/officeart/2005/8/layout/hierarchy4"/>
    <dgm:cxn modelId="{76D4E638-645B-F149-9324-CA930945F08E}" type="presParOf" srcId="{BF92BAB5-3C14-6049-A1DC-7BFEE7D8A9C4}" destId="{A3D39A9B-D982-2B4D-B869-5461D6AA21D8}" srcOrd="1" destOrd="0" presId="urn:microsoft.com/office/officeart/2005/8/layout/hierarchy4"/>
    <dgm:cxn modelId="{F35B165B-1161-7445-95AF-D15A79C19675}" type="presParOf" srcId="{BF92BAB5-3C14-6049-A1DC-7BFEE7D8A9C4}" destId="{8934E995-365A-1240-B6E8-295B1B0443E5}" srcOrd="2" destOrd="0" presId="urn:microsoft.com/office/officeart/2005/8/layout/hierarchy4"/>
    <dgm:cxn modelId="{27D02701-BEE1-7F45-BC43-5639D01665E2}" type="presParOf" srcId="{8934E995-365A-1240-B6E8-295B1B0443E5}" destId="{07095E3F-B83E-6247-A484-461F7CEA5313}" srcOrd="0" destOrd="0" presId="urn:microsoft.com/office/officeart/2005/8/layout/hierarchy4"/>
    <dgm:cxn modelId="{12B9E107-7801-D846-A0FB-87AA53F25993}" type="presParOf" srcId="{8934E995-365A-1240-B6E8-295B1B0443E5}" destId="{30B96E4A-6021-0245-B124-7DBFAECD71C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4E1AE-DC5B-5549-BB29-92EC5E14C61E}">
      <dsp:nvSpPr>
        <dsp:cNvPr id="0" name=""/>
        <dsp:cNvSpPr/>
      </dsp:nvSpPr>
      <dsp:spPr>
        <a:xfrm>
          <a:off x="0" y="0"/>
          <a:ext cx="4621430" cy="766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Strategy Optimizer Engine</a:t>
          </a:r>
        </a:p>
      </dsp:txBody>
      <dsp:txXfrm>
        <a:off x="22459" y="22459"/>
        <a:ext cx="4576512" cy="721893"/>
      </dsp:txXfrm>
    </dsp:sp>
    <dsp:sp modelId="{786423C2-055E-4E48-8FE5-BF79FCF2DE67}">
      <dsp:nvSpPr>
        <dsp:cNvPr id="0" name=""/>
        <dsp:cNvSpPr/>
      </dsp:nvSpPr>
      <dsp:spPr>
        <a:xfrm>
          <a:off x="2163" y="849270"/>
          <a:ext cx="4621430" cy="766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Race Simulator</a:t>
          </a:r>
        </a:p>
      </dsp:txBody>
      <dsp:txXfrm>
        <a:off x="24622" y="871729"/>
        <a:ext cx="4576512" cy="721893"/>
      </dsp:txXfrm>
    </dsp:sp>
    <dsp:sp modelId="{4C141730-D923-3141-A045-F2CF02C5C4B3}">
      <dsp:nvSpPr>
        <dsp:cNvPr id="0" name=""/>
        <dsp:cNvSpPr/>
      </dsp:nvSpPr>
      <dsp:spPr>
        <a:xfrm>
          <a:off x="2163" y="1696653"/>
          <a:ext cx="2263188" cy="766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Fuel Load Model</a:t>
          </a:r>
        </a:p>
      </dsp:txBody>
      <dsp:txXfrm>
        <a:off x="24622" y="1719112"/>
        <a:ext cx="2218270" cy="721893"/>
      </dsp:txXfrm>
    </dsp:sp>
    <dsp:sp modelId="{07095E3F-B83E-6247-A484-461F7CEA5313}">
      <dsp:nvSpPr>
        <dsp:cNvPr id="0" name=""/>
        <dsp:cNvSpPr/>
      </dsp:nvSpPr>
      <dsp:spPr>
        <a:xfrm>
          <a:off x="2360405" y="1696653"/>
          <a:ext cx="2263188" cy="766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Tire Degradation Model</a:t>
          </a:r>
        </a:p>
      </dsp:txBody>
      <dsp:txXfrm>
        <a:off x="2382864" y="1719112"/>
        <a:ext cx="2218270" cy="721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A0C3-C46A-6090-473A-AB32467F5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1C68E-BDD1-4EE9-5348-C796BEF6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A3C23-3B1A-4478-88F2-DA77F8D8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E744-0DAD-2711-413E-7524D2CF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49D04-B415-E816-1DC1-834A8AA0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90E1-E4F0-880A-F976-0C1F99AE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310C-EF37-79C0-191B-6CB66A21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0E5C-6839-08FA-C477-F2D12E31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6BD2-B191-596C-0CB6-4FF03B24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C56A-D8B7-DF27-9F76-FD992AE9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A441-79B4-7FF5-01D3-647FD150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A5B38-7C33-1DF0-7944-FE845172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CDB65-9B55-582C-9084-615BD5D3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3172E-17C6-B947-D461-FB9BF3C3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8BEE-7126-50B3-CAA2-8AC2AE04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8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24B0-F06F-A2A7-EE95-C6399E1C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0C53-B737-CBBC-72AE-C0009D0CD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6A82E-97C4-5D11-0921-879555305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CE5C9-502B-F442-84F6-F6169622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5FA18-9772-1E4D-6C4C-FBE2D5D4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31CD8-FAF7-DDEA-2E14-47D5CB72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3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4BF4-603B-0D13-637A-B788C012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0044B-DF80-0F47-1D53-66E236C96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D24B2-627F-7CC2-AE1A-12F0994C6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71913-2E5B-A4A6-7EAC-D28F5B69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8AD48-9F63-48ED-C591-D9EA4A1B0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FC487-D0A7-714B-C810-DCC96D8C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E20EC-F9AB-A6AD-CD52-549B931F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A25DA-4365-02C9-9BCC-C70F5281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CCB6-9337-1D4D-A601-6DABD0DF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93FDB-E4A7-17C0-B511-3F4A68F0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B8FA3-6100-3B9D-16A9-CAC30318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D4E56-0125-81F7-CAB4-C4F97641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0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8FD29-0E80-ECD1-30D8-4A9A6DDB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5EBAD-5E30-7613-E303-88BFBDE2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5A61-1D09-9C07-10C2-06E8BE03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4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B80B-BD92-6AF5-CCD7-72D3311D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9F66-74A2-F18B-4B4C-085F362ED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9C648-77C0-645D-781A-EC46A830A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BF594-B5F1-70EB-678F-45605C5E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B5098-CEAC-671F-FD01-641DDAF8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43E09-BB8D-C8E2-F1B2-46C4F0B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1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6E95-8FAF-8B6F-8D49-F15BCCAF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46113-4CC9-5A7A-A26A-6F0975F5B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AF78B-4BC5-BA98-9AA3-57F8AB66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EFD25-14D1-EDDA-2BD4-C812A07C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285E5-FAEE-2BAC-D73A-99CD939A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1E8EC-DBE3-4E2E-C3F6-6E976288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3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AA91-FE24-A6CD-2B3B-5676CAFE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908C0-5A69-CD82-B68D-B4450714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F3FF1-C51A-3DF6-9D53-4E6CABE9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AAD4A-1D87-A349-58AB-4EC7FD79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0EED-6B92-DA6B-C1FC-C1F465AA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1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96608-AA9F-C611-B247-07E343D65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94DE3-2EDD-D635-F464-FE56E86A6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F251-D872-E291-EDBB-E5BFE250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3C62-38E5-3C24-066D-5E76CC06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E89E9-92AA-65AD-7704-9AAB4E75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3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B7085-68EC-2C2D-16B9-AD8F83A2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F5401-57FA-9926-1AE3-3F065ED14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82978-E0D3-BA14-30F7-22A0F3D23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54D54-382E-AB41-BDD4-BD2FAFA0F17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BCAE7-B6BC-25E8-9767-FBEBC87BD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23B77-DF41-1B0F-6681-291BD805A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5BB1F-2387-9349-89CE-9C110B5C2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090F-BD62-ED32-F004-19DCBF58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978" y="113562"/>
            <a:ext cx="10515600" cy="70991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Project Tool Set Hierarchy and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A50EC2-4A78-9881-BF0C-5E563DCFF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29695"/>
              </p:ext>
            </p:extLst>
          </p:nvPr>
        </p:nvGraphicFramePr>
        <p:xfrm>
          <a:off x="919416" y="2558348"/>
          <a:ext cx="4625758" cy="2465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F0D21A56-7442-5D7C-0366-99C3B7A8537A}"/>
              </a:ext>
            </a:extLst>
          </p:cNvPr>
          <p:cNvSpPr/>
          <p:nvPr/>
        </p:nvSpPr>
        <p:spPr>
          <a:xfrm>
            <a:off x="2631553" y="5486398"/>
            <a:ext cx="1201483" cy="111981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Race Venue Training Set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8816E1-974C-7BF1-B20F-3616C7451C0C}"/>
              </a:ext>
            </a:extLst>
          </p:cNvPr>
          <p:cNvSpPr/>
          <p:nvPr/>
        </p:nvSpPr>
        <p:spPr>
          <a:xfrm>
            <a:off x="754309" y="1134454"/>
            <a:ext cx="4955967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3 Pre-Race and Top 3 Race-Day Strategies</a:t>
            </a:r>
          </a:p>
          <a:p>
            <a:pPr algn="ctr"/>
            <a:r>
              <a:rPr lang="en-US" dirty="0"/>
              <a:t>(tire compounds, stint duration, pit now / stay out decision metrics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07B31F8-1451-3A68-B731-DD12B1A48163}"/>
              </a:ext>
            </a:extLst>
          </p:cNvPr>
          <p:cNvSpPr/>
          <p:nvPr/>
        </p:nvSpPr>
        <p:spPr>
          <a:xfrm rot="9168223">
            <a:off x="2312278" y="5131524"/>
            <a:ext cx="188975" cy="52680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FF01095-6CE8-4B9B-AA35-0A705BA6CCCE}"/>
              </a:ext>
            </a:extLst>
          </p:cNvPr>
          <p:cNvSpPr/>
          <p:nvPr/>
        </p:nvSpPr>
        <p:spPr>
          <a:xfrm rot="12554021">
            <a:off x="4033798" y="5132991"/>
            <a:ext cx="188975" cy="52680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A5233AE6-9F22-0315-94B3-5C4CBF870F93}"/>
              </a:ext>
            </a:extLst>
          </p:cNvPr>
          <p:cNvSpPr/>
          <p:nvPr/>
        </p:nvSpPr>
        <p:spPr>
          <a:xfrm rot="10800000">
            <a:off x="3043314" y="2145547"/>
            <a:ext cx="188979" cy="36290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D4414-7F9D-6F22-E650-70542D808C3D}"/>
              </a:ext>
            </a:extLst>
          </p:cNvPr>
          <p:cNvSpPr txBox="1"/>
          <p:nvPr/>
        </p:nvSpPr>
        <p:spPr>
          <a:xfrm>
            <a:off x="6646828" y="1645100"/>
            <a:ext cx="5176584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Choose the race venue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Select years for the training 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Select the test set, a driver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Exclude the test set driver from the training 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Calculate pit loss for GREEN, SC, and VSC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After analysis, determine years and lap time ranges to exclude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Run the fuel load model – select best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Run the tire degradation models – select best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Analyze and compare race weekend practice and qualification session data with model predictions and compute weekend offset if needed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Run the strategy optimizer engine (which calls the race simulator with selected models, offsets)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Select from the top 3 strategies – compounds and stint length, pit as indicated assuming green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If a yellow condition occurs, input lap number, and review pit now / stay out decision metrics – pit or stay out as indicated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Compare actual race data to predicted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Analyze and use feedback to prepare for the next race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0BCA9-411C-EFA6-F409-82BEFB812D66}"/>
              </a:ext>
            </a:extLst>
          </p:cNvPr>
          <p:cNvSpPr txBox="1"/>
          <p:nvPr/>
        </p:nvSpPr>
        <p:spPr>
          <a:xfrm>
            <a:off x="7924928" y="1134454"/>
            <a:ext cx="239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Race Week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1F491-52CE-1112-8341-1684C19583AC}"/>
              </a:ext>
            </a:extLst>
          </p:cNvPr>
          <p:cNvSpPr/>
          <p:nvPr/>
        </p:nvSpPr>
        <p:spPr>
          <a:xfrm>
            <a:off x="542260" y="113562"/>
            <a:ext cx="11435318" cy="66308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9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208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Project Tool Set Hierarchy and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Goode</dc:creator>
  <cp:lastModifiedBy>Jeff Goode</cp:lastModifiedBy>
  <cp:revision>2</cp:revision>
  <dcterms:created xsi:type="dcterms:W3CDTF">2026-05-30T13:05:28Z</dcterms:created>
  <dcterms:modified xsi:type="dcterms:W3CDTF">2026-05-30T13:59:30Z</dcterms:modified>
</cp:coreProperties>
</file>